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題の枠の無い枚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題はただの文字の枠に書いてある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取り込むといちばん大きい字の枠が題になる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四つのカード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品質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管理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検査の手順を揃える。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技能継承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断絶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教える人が足りない。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人手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不足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採用が追いつかない。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設備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老朽化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0" y="21031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更新の予算が無い。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大きさの書いていない字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743200" y="14630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章の扉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2026-10-02T04:01:57Z</dcterms:created>
  <dcterms:modified xsi:type="dcterms:W3CDTF">2026-10-02T04:01:57Z</dcterms:modified>
</cp:coreProperties>
</file>