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これは発表者ノートです。取り込むと引用として入ります。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PowerPoint の見本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2026-09-13 / おぼえがきチーム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箇条書きの枚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一つ目の項目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二つ目（入れ子）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三つ目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絵のある枚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657600" cy="155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絵の下の説明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2026-09-13T07:03:45Z</dcterms:created>
  <dcterms:modified xsi:type="dcterms:W3CDTF">2026-09-13T07:03:45Z</dcterms:modified>
</cp:coreProperties>
</file>